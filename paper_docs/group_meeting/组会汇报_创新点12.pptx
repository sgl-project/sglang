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A1A2E"/>
                </a:solidFill>
              </a:rPr>
              <a:t>资源受限场景下的复合 AI 系统加速技术研究</a:t>
            </a:r>
          </a:p>
          <a:p>
            <a:r>
              <a:rPr sz="1900">
                <a:solidFill>
                  <a:srgbClr val="666677"/>
                </a:solidFill>
              </a:rPr>
              <a:t>进展汇报:创新点 1(MXFP4 KV Cache)+ 创新点 2(Agent 场景 KV 保留与容量包络)</a:t>
            </a:r>
          </a:p>
          <a:p>
            <a:r>
              <a:rPr sz="1500">
                <a:solidFill>
                  <a:srgbClr val="666677"/>
                </a:solidFill>
              </a:rPr>
              <a:t>组会汇报 ·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本次汇报</a:t>
            </a:r>
          </a:p>
          <a:p>
            <a:r>
              <a:rPr sz="1400">
                <a:solidFill>
                  <a:srgbClr val="666677"/>
                </a:solidFill>
              </a:rPr>
              <a:t>两条线:一条做完并验收,一条做完并发现意外结论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0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创新点 1|端侧消费级 GPU 上的 MXFP4 KV Cache:方案、kernel 演进、端到端验收、Agent 能力边界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创新点 2|Agent 场景 KV 保留与容量包络:自研压测方法、三区模型、一个诚实的负结果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▸  贯穿结论:对 Agent serving 而言,KV 容量是一阶杠杆,策略是二阶杠杆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下一步:创新点 3(CUDA 流预取)可行性判定 / 论文写作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创新点 1|动机:24GB 消费卡上,KV Cache 是 Agent 的硬瓶颈</a:t>
            </a:r>
          </a:p>
          <a:p>
            <a:r>
              <a:rPr sz="1400">
                <a:solidFill>
                  <a:srgbClr val="666677"/>
                </a:solidFill>
              </a:rPr>
              <a:t>Qwen3-4B / 8B,BF16 KV;Agent 多轮对话动辄 8k-26k token 上下文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0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54480"/>
            <a:ext cx="4023360" cy="28738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46304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BF16 下 KV Cache 占走大半显存,容量天花板 ~9.4 万 token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一条长 Agent 会话(8k-26k tok)就吃掉 10-30%;并发几路即触顶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现有 FP4 方案(vLLM/flashinfer)依赖 sm90+ 专属 kernel,sm86 无基础设施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目标:sm86 上做出 MXFP4 KV 全链路,验收线:精度 ≥90%、开销 ≤+20%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创新点 1|方案:MXFP4 存储 + 零带宽融合 decode</a:t>
            </a:r>
          </a:p>
          <a:p>
            <a:r>
              <a:rPr sz="1400">
                <a:solidFill>
                  <a:srgbClr val="666677"/>
                </a:solidFill>
              </a:rPr>
              <a:t>block32(E2M1+E8M0)+ RNE 舍入,~2000 行 Python/CUDA,JIT 接入 sglang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0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存储:2×E2M1 打包 + 每 32 维 1 个 E8M0 scale,沿 head_dim 分块(73.4% 省)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量化:逐块 abs-max → scale,RNE 到 E2M1(精度关键之一,+1.5pt)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decode:自研融合 kernel 直接读 fp4,寄存器内反量化,不落 bf16 workspace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接入:--kv-cache-dtype fp4_mx_block32,生产默认配置(CUDA graph/radix/overlap 全开)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▸  两代 kernel:CUDA-cores 标量版 → ldmatrix+mma.m16n8k16 张量核版(生产)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创新点 1|kernel 演进:ldmatrix+mma 把 TPOT 从 +26% 拉回 +16%</a:t>
            </a:r>
          </a:p>
          <a:p>
            <a:r>
              <a:rPr sz="1400">
                <a:solidFill>
                  <a:srgbClr val="666677"/>
                </a:solidFill>
              </a:rPr>
              <a:t>手工构造 fragment 是死路(2.1× 慢);ldmatrix 语义按 PTX ISA 逐条确认后重写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0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ernel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54480"/>
            <a:ext cx="4846320" cy="2596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46304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零 shuffle 设计:QK 的 C 片段原地复用为 PV 的 A 片段;O 直接从 C 写回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4 warp 按 token 分块 + 寄存器预取 + 128B swizzle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kernel 内比 flashinfer fp16 mma 慢 0.20ms = fp4 反量化的固有 ALU 成本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▸  精度教训:softmax 分子分母必须同源舍入(否则 GSM8K -2.7pt)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创新点 1|端到端验收:全部达标(生产配置)</a:t>
            </a:r>
          </a:p>
          <a:p>
            <a:r>
              <a:rPr sz="1400">
                <a:solidFill>
                  <a:srgbClr val="666677"/>
                </a:solidFill>
              </a:rPr>
              <a:t>CUDA graph + radix + overlap 全开;BF16 同配置背靠背对比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0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00200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475488">
                <a:tc>
                  <a:txBody>
                    <a:bodyPr/>
                    <a:lstStyle/>
                    <a:p>
                      <a:r>
                        <a:rPr sz="1600" b="1"/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BF16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MXFP4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线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GSM8K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94.0%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89.2%(3 轮均值)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-4.8pt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≈90% ✓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Median TPOT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32.84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38.15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≤+20% ✓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Median TTFT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99.1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106.3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≤+20% ✓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KV 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93,591 tok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283,808 tok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3.03×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2976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反量化 ALU 是固有开销;换来的是 3× 容量 —— 这个交换值不值,创新点 2 给出定量答案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创新点 1|Agent 能力边界(BFCL):单轮无损,长上下文有代价</a:t>
            </a:r>
          </a:p>
          <a:p>
            <a:r>
              <a:rPr sz="1400">
                <a:solidFill>
                  <a:srgbClr val="666677"/>
                </a:solidFill>
              </a:rPr>
              <a:t>bfcl-eval 2026.3.23;BF16 复现与官方榜单逐位吻合(93.75/91.0/24.5)→ 管线可信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0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fcl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00200"/>
            <a:ext cx="4846320" cy="2596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46304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单轮 sanity 持平:tool-call 生成能力保持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multi_turn_base -12.5pt(23.5→11.0):8k-26k 多轮中 fp4 KV 误差累积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失败模式:17/30 回归条目为工具调用循环(状态跟踪退化)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▸  定位为量化 KV 的能力边界,与容量收益构成完整 tradeoff,论文如实呈现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创新点 2|动机:工具调用间隙,KV 该不该留?</a:t>
            </a:r>
          </a:p>
          <a:p>
            <a:r>
              <a:rPr sz="1400">
                <a:solidFill>
                  <a:srgbClr val="666677"/>
                </a:solidFill>
              </a:rPr>
              <a:t>Agent 请求在工具执行期(0.1s~30s)被打断;期间 KV 前缀被驱逐 → 返回后全量重算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0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重算成本示例:8k 前缀 prefill ≈ 2-4s;命中前缀只算增量 ≈ 0.1-0.3s(10× 级)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直觉方案:预测工具返回时间,保留/预取对应 KV —— Continuum(arXiv 2511.02230)用 TTL pin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▸  空白:现有 benchmark(BFCL 等)工具执行瞬时完成、无持续压力,测不出这类策略的价值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▸  所以我们先造了测量工具:trace-driven Agent KV 压测 harness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创新点 2|方法:trace-driven 压测 harness</a:t>
            </a:r>
          </a:p>
          <a:p>
            <a:r>
              <a:rPr sz="1400">
                <a:solidFill>
                  <a:srgbClr val="666677"/>
                </a:solidFill>
              </a:rPr>
              <a:t>标准 OpenAI tool-calling 回路;N 路并发;压力可控、可复现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0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每轮:tool-call 轮 → sleep(该工具采样的执行延迟)→ 续轮(指标轮)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工具混合 4 类 lognormal(快 0.1-1s ×50% / 慢 5-30s ×20%…),指令执行 100% 依从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上下文 fabrication 精确控长(2.2k 起步,每轮 +1.2k),前缀 token 精确连续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• 指标:续轮 miss 率(=驱逐后全量重算)/ 浪费重算 token / TTFT p50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1A2E"/>
                </a:solidFill>
              </a:rPr>
              <a:t>▸  命中与未命中实测差 100×(129ms vs 12.7s),信号极干净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创新点 2|主结果:容量是 Agent serving 的一阶杠杆</a:t>
            </a:r>
          </a:p>
          <a:p>
            <a:r>
              <a:rPr sz="1400">
                <a:solidFill>
                  <a:srgbClr val="666677"/>
                </a:solidFill>
              </a:rPr>
              <a:t>LRU;6 轮会话;曲线为续轮 miss 率(左)/ TTFT p50(右)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0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nve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15600" cy="39127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6235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</a:rPr>
              <a:t>• BF16:N≥32 崩溃(81% miss,TTFT 15.6s);MXFP4 同负载 17.7% / 0.30s(50×)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</a:rPr>
              <a:t>• 等质量并发包络 2-3×;MXFP4 自身拐点在 N≈56-64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创新点 2|三区模型 + 一个诚实的负结果</a:t>
            </a:r>
          </a:p>
          <a:p>
            <a:r>
              <a:rPr sz="1400">
                <a:solidFill>
                  <a:srgbClr val="666677"/>
                </a:solidFill>
              </a:rPr>
              <a:t>需求速率 ÷ 池容量(churn)单一变量刻画;3 seed 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0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可容纳区(&lt;1× 超卖):fp4 N=32 工作集装得下,排序策略无冲突可解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边际区(1-1.4×):gap 感知驱逐有窄窗口收益(fp4/32 三 seed 一致 -15% 浪费)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• 深饱和区(&gt;1.4×):容量硬顶,任何排序无效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▸  负结果:我们的 Score 驱逐未稳健胜过 LRU —— 机理:agent 负载下访问新近度 ≈ 会话翻转率,LRU 已隐式近似 Belady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2E"/>
                </a:solidFill>
              </a:rPr>
              <a:t>▸  对 Continuum 类工作的清醒对照:radix-on 引擎(如 SGLang)上 retention headroom 很小;其大收益来自与 vLLM(前缀缓存弱)的对比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总结与下一步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27940"/>
          </a:xfrm>
          <a:prstGeom prst="rect">
            <a:avLst/>
          </a:prstGeom>
          <a:solidFill>
            <a:srgbClr val="00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创新点 1 ✓:MXFP4 KV 全链路,验收全达标,容量 3.03×;Agent 能力边界已定量(BFCL -12.5pt)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创新点 2 ✓:压测 harness + 三区模型 + 包络主图;主结论=容量是一阶杠杆;负结果与机理已封存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创新点 3(CUDA 流预取):物理账成立(重载比重算便宜 15-25×),生死问题=HiCache 按需恢复的成本,1-2h 实验可判定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1A2E"/>
                </a:solidFill>
              </a:rPr>
              <a:t>• 论文:素材齐备(方法/主图/三区/负结果/对照),进入写作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